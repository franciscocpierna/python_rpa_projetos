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14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84894B-276E-5A9F-C0A9-26FDDBE77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1D1F72-3CB9-14EA-307C-C084C3748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8B30AE-AF30-7513-6E97-A3A54488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B3CB-D5A8-42BC-83B4-165C084C7506}" type="datetimeFigureOut">
              <a:rPr lang="pt-BR" smtClean="0"/>
              <a:t>22/03/2024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31B169-AE0A-D402-901C-28212F77D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D20B87-AD04-A7C0-C884-04297191A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5794-17A3-4938-95F0-AB2525C8C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1988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09500-89AA-1C26-517D-7F1026C39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3E3413-6894-0DDF-22A7-E18418F04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2E2B5C-5D3E-0FEF-AB2D-FF1EE31F8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B3CB-D5A8-42BC-83B4-165C084C7506}" type="datetimeFigureOut">
              <a:rPr lang="pt-BR" smtClean="0"/>
              <a:t>22/03/2024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416822-3778-82DF-7B22-BB550E485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34673B-4394-8DDB-82DD-E8C175FB6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5794-17A3-4938-95F0-AB2525C8C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3572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66902D-3EF3-CF8F-969E-53B274EEE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D65140-F8C8-49CF-83D3-7A2A00B4B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DB3492-F294-511B-F2E5-A3A79BAE4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B3CB-D5A8-42BC-83B4-165C084C7506}" type="datetimeFigureOut">
              <a:rPr lang="pt-BR" smtClean="0"/>
              <a:t>22/03/2024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A467C6-B3A5-B8F8-167D-0C7928A23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A2E13A-7182-8DA3-2A98-7DC7F618D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5794-17A3-4938-95F0-AB2525C8C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2770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32B1BA-C992-62A2-2EFC-ED48A3264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1AE4A6-50E7-AA9A-30F7-D5B3E3DDEE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57CC8C0-E381-A741-4EE4-0916A75ED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F170BF4-410E-21C1-70FD-242BA2667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B3CB-D5A8-42BC-83B4-165C084C7506}" type="datetimeFigureOut">
              <a:rPr lang="pt-BR" smtClean="0"/>
              <a:t>22/03/2024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1C1600-9C0D-B036-2C22-72F730D3F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04CAEB1-1510-FA9F-E7C1-FC67AE2D9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5794-17A3-4938-95F0-AB2525C8C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7507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71B7EE-D291-EC85-9208-782C912CA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A6DED7-D33D-10E1-7F08-9B93776E5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DDA2E6A-5F52-FFFD-94E5-56D0670E2F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9C9F754-1E88-AAB3-0B77-0AD0CA02F3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4A898A4-3A45-9FFD-B8D1-16A47C3B21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B20F594-2001-C346-3AB7-2300EE6F7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B3CB-D5A8-42BC-83B4-165C084C7506}" type="datetimeFigureOut">
              <a:rPr lang="pt-BR" smtClean="0"/>
              <a:t>22/03/2024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51C3B2B-FEFC-FDCF-AB7B-0446A35BA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2F8429B-E9F3-C251-8CD8-879D8BF24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5794-17A3-4938-95F0-AB2525C8C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4786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467949-0C0A-E432-476A-05661CAA5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5501295-1EB7-A481-FFE8-D3866F471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B3CB-D5A8-42BC-83B4-165C084C7506}" type="datetimeFigureOut">
              <a:rPr lang="pt-BR" smtClean="0"/>
              <a:t>22/03/2024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4D27324-0ECE-A415-E387-36F655F0C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86CCB2A-116B-6314-F9F2-55F06B43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5794-17A3-4938-95F0-AB2525C8C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8946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B0DC3C2-3E2B-2E2D-33B9-88557C832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B3CB-D5A8-42BC-83B4-165C084C7506}" type="datetimeFigureOut">
              <a:rPr lang="pt-BR" smtClean="0"/>
              <a:t>22/03/2024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D1A5208-A9AD-698E-A484-03884819C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119336A-B2A5-DE92-758E-A39BCB2DC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5794-17A3-4938-95F0-AB2525C8C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8272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A628EB-0DD5-1BD0-CCC8-7E23B0AF7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DAEE6A-AFB3-644C-38A5-9473425CD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F61453B-4F0D-B3BD-D9A8-2DA2DC4BB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F96256E-5DF6-AFF7-76D7-95B89834F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B3CB-D5A8-42BC-83B4-165C084C7506}" type="datetimeFigureOut">
              <a:rPr lang="pt-BR" smtClean="0"/>
              <a:t>22/03/2024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705804E-3230-E8C7-54AA-8F8F30EC6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851B3F3-5F75-A733-B859-0A8535FB0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5794-17A3-4938-95F0-AB2525C8C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3050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99CF68-F14D-FC7C-2D52-81788797D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86A6B89-38DE-BC44-B373-634510BADC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45D626-32B4-73AC-F615-BB303E0DC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551034E-EEE9-D38B-4E1A-C21771F10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B3CB-D5A8-42BC-83B4-165C084C7506}" type="datetimeFigureOut">
              <a:rPr lang="pt-BR" smtClean="0"/>
              <a:t>22/03/2024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0EF32DA-6931-64AC-55AB-753F406E0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70A9B7F-DB04-CE79-B5AB-34B9CCBB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5794-17A3-4938-95F0-AB2525C8C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2363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1E5046-231D-A6D7-349F-9C6711095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A981352-0E4F-0A12-1794-486773803E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92BF18-AFDE-FC35-B807-F133C38AD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B3CB-D5A8-42BC-83B4-165C084C7506}" type="datetimeFigureOut">
              <a:rPr lang="pt-BR" smtClean="0"/>
              <a:t>22/03/2024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B069C0-2F2F-D541-4D07-58CC71800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52FCB5-9A31-911F-F32C-FC07494A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5794-17A3-4938-95F0-AB2525C8C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1049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6605C4D-F0B0-7DBE-A203-71AD5A47B2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34FA5F3-525B-1351-FAA9-AEEF9FF705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62F8E9-D395-FD40-FC2B-C18454E9C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B3CB-D5A8-42BC-83B4-165C084C7506}" type="datetimeFigureOut">
              <a:rPr lang="pt-BR" smtClean="0"/>
              <a:t>22/03/2024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02FD17-7BC4-1C10-43A7-2ADF2DEF0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C19E61-EDCA-6BBD-E96E-34FC9D360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5794-17A3-4938-95F0-AB2525C8C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3465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126FC41-C22F-78E4-EBB2-86C113A8C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FFB3AB7-C85F-1B35-D2CA-B6A4974EF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C6AD3E-EB71-A673-BC78-6930679F35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64B3CB-D5A8-42BC-83B4-165C084C7506}" type="datetimeFigureOut">
              <a:rPr lang="pt-BR" smtClean="0"/>
              <a:t>22/03/2024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8A1685-FF34-7784-07D9-8ED41EB9A9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5263BD-629F-0844-484F-973BC1E3CC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065794-17A3-4938-95F0-AB2525C8C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6127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Interface gráfica do usuário&#10;&#10;Descrição gerada automaticamente com confiança média">
            <a:extLst>
              <a:ext uri="{FF2B5EF4-FFF2-40B4-BE49-F238E27FC236}">
                <a16:creationId xmlns:a16="http://schemas.microsoft.com/office/drawing/2014/main" id="{89273482-DB3A-EC21-77F7-298C90441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87512"/>
            <a:ext cx="4902200" cy="275748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218AE002-DF92-EC8E-AB42-1C55E36C7A05}"/>
              </a:ext>
            </a:extLst>
          </p:cNvPr>
          <p:cNvSpPr/>
          <p:nvPr/>
        </p:nvSpPr>
        <p:spPr>
          <a:xfrm>
            <a:off x="4902200" y="1687512"/>
            <a:ext cx="6739467" cy="275748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3600" dirty="0">
                <a:solidFill>
                  <a:schemeClr val="tx1"/>
                </a:solidFill>
                <a:latin typeface="Bahnschrift SemiBold" panose="020B0502040204020203" pitchFamily="34" charset="0"/>
              </a:rPr>
              <a:t>MÓDULO 13:  </a:t>
            </a:r>
            <a:br>
              <a:rPr lang="pt-BR" sz="3600" dirty="0">
                <a:solidFill>
                  <a:schemeClr val="tx1"/>
                </a:solidFill>
                <a:latin typeface="Bahnschrift SemiBold" panose="020B0502040204020203" pitchFamily="34" charset="0"/>
              </a:rPr>
            </a:br>
            <a:r>
              <a:rPr lang="pt-BR" sz="3600" dirty="0">
                <a:solidFill>
                  <a:schemeClr val="tx1"/>
                </a:solidFill>
                <a:latin typeface="Bahnschrift SemiBold" panose="020B0502040204020203" pitchFamily="34" charset="0"/>
              </a:rPr>
              <a:t>Deploy de Modelos</a:t>
            </a:r>
          </a:p>
          <a:p>
            <a:pPr algn="r"/>
            <a:r>
              <a:rPr lang="pt-BR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Framework Flask</a:t>
            </a:r>
          </a:p>
          <a:p>
            <a:pPr algn="r"/>
            <a:r>
              <a:rPr lang="pt-BR" i="1" dirty="0">
                <a:solidFill>
                  <a:schemeClr val="tx1"/>
                </a:solidFill>
                <a:latin typeface="Bahnschrift SemiBold" panose="020B0502040204020203" pitchFamily="34" charset="0"/>
              </a:rPr>
              <a:t>     </a:t>
            </a:r>
            <a:r>
              <a:rPr lang="pt-BR" sz="1700" i="1" dirty="0">
                <a:solidFill>
                  <a:schemeClr val="tx1"/>
                </a:solidFill>
                <a:latin typeface="Bahnschrift SemiBold" panose="020B0502040204020203" pitchFamily="34" charset="0"/>
              </a:rPr>
              <a:t>Base de dados do Censo USA 1994. Kaggle (https://www.kaggle.com/datasets/uciml/adult-</a:t>
            </a:r>
            <a:r>
              <a:rPr lang="pt-BR" sz="1700" i="1" dirty="0" err="1">
                <a:solidFill>
                  <a:schemeClr val="tx1"/>
                </a:solidFill>
                <a:latin typeface="Bahnschrift SemiBold" panose="020B0502040204020203" pitchFamily="34" charset="0"/>
              </a:rPr>
              <a:t>census</a:t>
            </a:r>
            <a:r>
              <a:rPr lang="pt-BR" sz="1700" i="1" dirty="0">
                <a:solidFill>
                  <a:schemeClr val="tx1"/>
                </a:solidFill>
                <a:latin typeface="Bahnschrift SemiBold" panose="020B0502040204020203" pitchFamily="34" charset="0"/>
              </a:rPr>
              <a:t>-income)</a:t>
            </a:r>
          </a:p>
        </p:txBody>
      </p:sp>
      <p:sp>
        <p:nvSpPr>
          <p:cNvPr id="7" name="Chave Direita 6">
            <a:extLst>
              <a:ext uri="{FF2B5EF4-FFF2-40B4-BE49-F238E27FC236}">
                <a16:creationId xmlns:a16="http://schemas.microsoft.com/office/drawing/2014/main" id="{6BE783D3-45F4-897D-87F2-2A07849FDF3A}"/>
              </a:ext>
            </a:extLst>
          </p:cNvPr>
          <p:cNvSpPr/>
          <p:nvPr/>
        </p:nvSpPr>
        <p:spPr>
          <a:xfrm>
            <a:off x="5012264" y="1786467"/>
            <a:ext cx="601134" cy="2582333"/>
          </a:xfrm>
          <a:prstGeom prst="rightBrace">
            <a:avLst>
              <a:gd name="adj1" fmla="val 8333"/>
              <a:gd name="adj2" fmla="val 49672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19652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34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Bahnschrift SemiBold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DILERMANDO PIVA JUNIOR</dc:creator>
  <cp:lastModifiedBy>Dilermando Piva Jr</cp:lastModifiedBy>
  <cp:revision>22</cp:revision>
  <dcterms:created xsi:type="dcterms:W3CDTF">2023-03-27T15:16:02Z</dcterms:created>
  <dcterms:modified xsi:type="dcterms:W3CDTF">2024-03-22T11:55:59Z</dcterms:modified>
</cp:coreProperties>
</file>